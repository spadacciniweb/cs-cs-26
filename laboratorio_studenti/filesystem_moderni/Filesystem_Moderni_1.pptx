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5354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B4332">
              <a:alpha val="35000"/>
            </a:srgbClr>
          </a:solidFill>
          <a:ln w="12700">
            <a:solidFill>
              <a:srgbClr val="1B433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4" name="Shape 2"/>
          <p:cNvSpPr/>
          <p:nvPr/>
        </p:nvSpPr>
        <p:spPr>
          <a:xfrm>
            <a:off x="7132320" y="2926080"/>
            <a:ext cx="2560320" cy="2560320"/>
          </a:xfrm>
          <a:prstGeom prst="ellipse">
            <a:avLst/>
          </a:prstGeom>
          <a:solidFill>
            <a:srgbClr val="2D6A4F">
              <a:alpha val="30000"/>
            </a:srgbClr>
          </a:solidFill>
          <a:ln w="12700">
            <a:solidFill>
              <a:srgbClr val="2D6A4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Moderni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di architetture, punti di forza e debolezza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4572000" cy="0"/>
          </a:xfrm>
          <a:prstGeom prst="line">
            <a:avLst/>
          </a:prstGeom>
          <a:noFill/>
          <a:ln w="1905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 •  Francesco Cavaliere  •  2025/2026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Cos'è un Filesystem?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914400"/>
          </a:xfrm>
          <a:prstGeom prst="rect">
            <a:avLst/>
          </a:prstGeom>
          <a:solidFill>
            <a:srgbClr val="1B4332">
              <a:alpha val="12000"/>
            </a:srgbClr>
          </a:solidFill>
          <a:ln w="12700">
            <a:solidFill>
              <a:srgbClr val="1B433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filesystem è il componente del sistema operativo / kernel che gestisce come i dati vengono memorizzati, organizzati e recuperati su un dispositivo di storage. È l'intermediario tra le applicazioni e l'hardware.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237744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237744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8" name="Text 6"/>
          <p:cNvSpPr/>
          <p:nvPr/>
        </p:nvSpPr>
        <p:spPr>
          <a:xfrm>
            <a:off x="36576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Organizzazione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0894" y="2560320"/>
            <a:ext cx="221347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 gerarchica di file e directory per accedere ai dati in modo ordinato.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29000" y="2057400"/>
            <a:ext cx="237744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11" name="Shape 9"/>
          <p:cNvSpPr/>
          <p:nvPr/>
        </p:nvSpPr>
        <p:spPr>
          <a:xfrm>
            <a:off x="3429000" y="2057400"/>
            <a:ext cx="237744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2" name="Text 10"/>
          <p:cNvSpPr/>
          <p:nvPr/>
        </p:nvSpPr>
        <p:spPr>
          <a:xfrm>
            <a:off x="342900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Integrità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14134" y="2560320"/>
            <a:ext cx="221347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Garantisce che i dati non vengano corrotti in caso di crash o interruzioni.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2057400"/>
            <a:ext cx="237744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15" name="Shape 13"/>
          <p:cNvSpPr/>
          <p:nvPr/>
        </p:nvSpPr>
        <p:spPr>
          <a:xfrm>
            <a:off x="6400800" y="2057400"/>
            <a:ext cx="237744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6" name="Text 14"/>
          <p:cNvSpPr/>
          <p:nvPr/>
        </p:nvSpPr>
        <p:spPr>
          <a:xfrm>
            <a:off x="640080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85934" y="2560320"/>
            <a:ext cx="221347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Ottimizza lettura/scrittura tramite caching, journaling e allocazione efficiente.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ext4 — Il cavallo di battaglia Linux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Introdotto nel 2008, è il filesystem predefinito della maggior parte delle distribuzioni Linux. Evoluzione di ext3 con miglioramenti significativi a livello di performance e limiti di dimensione.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3931920" cy="2926080"/>
          </a:xfrm>
          <a:prstGeom prst="rect">
            <a:avLst/>
          </a:prstGeom>
          <a:solidFill>
            <a:srgbClr val="1B4332"/>
          </a:solidFill>
          <a:ln w="12700">
            <a:solidFill>
              <a:srgbClr val="52B78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Punti di forza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Journaling avanzato: protegge da corruzione dati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Supporta file fino a 16 TB e volumi fino a 1 EB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Allocazione ritardata (delayed allocation) per performance migliori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Retrocompatibile con ext2/ext3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1828800"/>
            <a:ext cx="3931920" cy="2926080"/>
          </a:xfrm>
          <a:prstGeom prst="rect">
            <a:avLst/>
          </a:prstGeom>
          <a:solidFill>
            <a:srgbClr val="1A0A0A"/>
          </a:solidFill>
          <a:ln w="12700">
            <a:solidFill>
              <a:srgbClr val="E74C3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9" name="Text 7"/>
          <p:cNvSpPr/>
          <p:nvPr/>
        </p:nvSpPr>
        <p:spPr>
          <a:xfrm>
            <a:off x="4937760" y="1874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Limiti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83480" y="237744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supporto nativo a snapshot o compressione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scala bene su storage molto grandi (PB+)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checksum sui dati (solo sui metadati)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 adatto ad ambienti enterprise moderni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NTFS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NTFS — Il filesystem di Windows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Sviluppato da Microsoft nel 1993, è il filesystem nativo di Windows NT e successori. Su Linux è accessibile tramite driver (ntfs-3g), ma non è un filesystem nativo del kernel.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3931920" cy="2926080"/>
          </a:xfrm>
          <a:prstGeom prst="rect">
            <a:avLst/>
          </a:prstGeom>
          <a:solidFill>
            <a:srgbClr val="1B4332"/>
          </a:solidFill>
          <a:ln w="12700">
            <a:solidFill>
              <a:srgbClr val="52B78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Punti di forza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Journaling integrato: protegge da corruzione dati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Supporta file fino a 16 EB e volumi fino a 256 TB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Permessi ACL granulari e cifratura EFS nativa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Compressione nativa dei file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1828800"/>
            <a:ext cx="3931920" cy="2926080"/>
          </a:xfrm>
          <a:prstGeom prst="rect">
            <a:avLst/>
          </a:prstGeom>
          <a:solidFill>
            <a:srgbClr val="1A0A0A"/>
          </a:solidFill>
          <a:ln w="12700">
            <a:solidFill>
              <a:srgbClr val="E74C3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9" name="Text 7"/>
          <p:cNvSpPr/>
          <p:nvPr/>
        </p:nvSpPr>
        <p:spPr>
          <a:xfrm>
            <a:off x="4937760" y="1874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Limiti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83480" y="237744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proprietario: non open source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Supporto su Linux solo tramite driver ntfs-3g (lento)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adatto ad ambienti server Linux/cloud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Frammentazione frequente senza defrag periodica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Btrfs — Il filesystem del futuro Linux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Sviluppato da Oracle dal 2007, Btrfs (B-Tree Filesystem) è un filesystem Copy-on-Write pensato per ambienti moderni. Integrato nel kernel Linux dal 2009.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3931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>
                <a:alpha val="7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Punti di forza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36576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istantanei e incrementali nativi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Compressione trasparente (zlib, lzo, zstd)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software integrato (0, 1, 5, 6, 10)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Checksum su dati e metadati (integrità garantita)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Subvolumi: gestione flessibile dello spazio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1737360"/>
            <a:ext cx="3931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>
                <a:alpha val="7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9" name="Text 7"/>
          <p:cNvSpPr/>
          <p:nvPr/>
        </p:nvSpPr>
        <p:spPr>
          <a:xfrm>
            <a:off x="4937760" y="17830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Limiti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83480" y="2286000"/>
            <a:ext cx="36576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5/6 ancora considerato instabile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inferiori a ext4 in alcuni workload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complesso da amministrare e debuggare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Frammentazione nel tempo se non gestita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ZFS — L'enterprise-grade filesystem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 da Sun Microsystems nel 2001, ZFS è considerato il filesystem più avanzato disponibile. Oggi è alla base di FreeBSD, TrueNAS e sistemi enterprise.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3931920" cy="3017520"/>
          </a:xfrm>
          <a:prstGeom prst="rect">
            <a:avLst/>
          </a:prstGeom>
          <a:solidFill>
            <a:srgbClr val="1B4332"/>
          </a:solidFill>
          <a:ln w="12700">
            <a:solidFill>
              <a:srgbClr val="52B78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Punti di forza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36576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Integrità dati end-to-end con checksum SHA-256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pool: gestione unificata di più dischi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e cloni istantanei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automatico in caso di corruzione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Deduplicazione e compressione native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1737360"/>
            <a:ext cx="3931920" cy="3017520"/>
          </a:xfrm>
          <a:prstGeom prst="rect">
            <a:avLst/>
          </a:prstGeom>
          <a:solidFill>
            <a:srgbClr val="1A0A0A"/>
          </a:solidFill>
          <a:ln w="12700">
            <a:solidFill>
              <a:srgbClr val="E74C3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9" name="Text 7"/>
          <p:cNvSpPr/>
          <p:nvPr/>
        </p:nvSpPr>
        <p:spPr>
          <a:xfrm>
            <a:off x="4937760" y="17830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Limiti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83480" y="2286000"/>
            <a:ext cx="36576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Richiede molta RAM (min 8 GB raccomandati)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incluso nel kernel Linux (licenza CDDL)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Deduplicazione molto pesante sulle risorse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di apprendimento ripida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Altri Filesystem Notevoli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31920" cy="4572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Sviluppato da SGI nel 1993, ora predefinito su RHEL/CentOS. Eccelle con file grandi e I/O parallelo.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Ottimo con file molto grandi (video, DB)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Altissima scalabilità e parallelismo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Journaling efficiente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Non si può ridurre (solo espandere)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Nessuna compressione o deduplicazione nativa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Meno efficiente con file piccoli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10" name="Shape 8"/>
          <p:cNvSpPr/>
          <p:nvPr/>
        </p:nvSpPr>
        <p:spPr>
          <a:xfrm>
            <a:off x="4846320" y="960120"/>
            <a:ext cx="3931920" cy="4572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1" name="Text 9"/>
          <p:cNvSpPr/>
          <p:nvPr/>
        </p:nvSpPr>
        <p:spPr>
          <a:xfrm>
            <a:off x="4846320" y="960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F2FS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15087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Flash-Friendly File System, sviluppato da Samsung per SSD e memoria NAND (smartphone, embedded).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224028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Ottimizzato per storage flash (SSD, eMMC)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Riduce write amplification → maggiore durata SSD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Usato su Android per /data e /cache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Non adatto a HDD tradizionali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Meno maturo rispetto a ext4/XFS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Supporto limitato fuori dall'ecosistema Linux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Tabella Comparativa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043691"/>
              </p:ext>
            </p:extLst>
          </p:nvPr>
        </p:nvGraphicFramePr>
        <p:xfrm>
          <a:off x="274320" y="914400"/>
          <a:ext cx="8595360" cy="39319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Btrfs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5D5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2B7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2B7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2B7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5D5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2B7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2B7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5D5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Compressione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2B7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2B7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2B7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5D5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Checksum dati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2B7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2B7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5D5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RAID integrato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2B7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2B7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 err="1">
                          <a:solidFill>
                            <a:srgbClr val="95D5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Ottimizzazione</a:t>
                      </a:r>
                      <a:r>
                        <a:rPr lang="en-US" sz="1100" b="1" dirty="0">
                          <a:solidFill>
                            <a:srgbClr val="95D5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2B7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5D5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Maturità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5D5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ideale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Desktop/server Linux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 Fedora/openSUSE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NAS/Enterprise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enterprise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SSD/Mobile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6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2D6A4F">
              <a:alpha val="30000"/>
            </a:srgbClr>
          </a:solidFill>
          <a:ln w="12700">
            <a:solidFill>
              <a:srgbClr val="2D6A4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2743200" cy="2743200"/>
          </a:xfrm>
          <a:prstGeom prst="ellipse">
            <a:avLst/>
          </a:prstGeom>
          <a:solidFill>
            <a:srgbClr val="0F1923">
              <a:alpha val="40000"/>
            </a:srgbClr>
          </a:solidFill>
          <a:ln w="12700">
            <a:solidFill>
              <a:srgbClr val="0F192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esiste il filesystem perfetto: la scelta dipende sempre dal contesto.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097280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91640" y="171907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Scelta sicura e stabile per server Linux general purpose.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1097280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Btrfs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91640" y="235915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Ideale per desktop moderni con necessità di snapshot e compressione.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1097280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3" name="Text 11"/>
          <p:cNvSpPr/>
          <p:nvPr/>
        </p:nvSpPr>
        <p:spPr>
          <a:xfrm>
            <a:off x="457200" y="29718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ZFS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91640" y="299923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migliore per NAS, storage enterprise e dove l'integrità è critica.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1097280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6" name="Text 14"/>
          <p:cNvSpPr/>
          <p:nvPr/>
        </p:nvSpPr>
        <p:spPr>
          <a:xfrm>
            <a:off x="457200" y="3611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91640" y="363931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Eccellente per workload con file grandi e alta parallelizzazione.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251960"/>
            <a:ext cx="1097280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9" name="Text 17"/>
          <p:cNvSpPr/>
          <p:nvPr/>
        </p:nvSpPr>
        <p:spPr>
          <a:xfrm>
            <a:off x="457200" y="42519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F2FS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91640" y="427939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Ottimale per SSD e storage flash in ambito mobile/embedded.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800</Words>
  <Application>Microsoft Office PowerPoint</Application>
  <PresentationFormat>Presentazione su schermo (16:9)</PresentationFormat>
  <Paragraphs>153</Paragraphs>
  <Slides>9</Slides>
  <Notes>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Filesystem Moderni</dc:title>
  <dc:subject>PptxGenJS Presentation</dc:subject>
  <dc:creator>Francesco Cavaliere</dc:creator>
  <cp:lastModifiedBy>Looping Mistic</cp:lastModifiedBy>
  <cp:revision>4</cp:revision>
  <dcterms:created xsi:type="dcterms:W3CDTF">2026-04-29T09:22:09Z</dcterms:created>
  <dcterms:modified xsi:type="dcterms:W3CDTF">2026-04-29T15:24:59Z</dcterms:modified>
</cp:coreProperties>
</file>